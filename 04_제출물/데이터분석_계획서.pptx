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지정 감사 (Q1·Q2)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배분 진단 (Q3)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처방 모형 (Q4)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제도에서 "취약"은 처음부터 끝까지 오직 거리와 시간으로 정의된다 — 이 점이 이 프로젝트의 첫 번째 표적이 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15년 누적 57개소, 2025년 분만 신규는 전국 1개소 — 나눠 줄 것이 적을수록 순서는 오히려 더 중요해진다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모든 판단 기준과 임계값은 정부 자신의 문서·데이터에서 가져와 실현 가능성을 확보할 계획이다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핵심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프로젝트가 검정하고자 하는 네가지 질문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Q1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지정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공표된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판정식대로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작동하는가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변수는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반영되는가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Q2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사각지대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탐지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판정식이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실재하는가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통과하지만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공급이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847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Q3 ·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배분</a:t>
            </a:r>
            <a:r>
              <a:rPr 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단계</a:t>
            </a: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500" b="1" dirty="0">
                <a:solidFill>
                  <a:srgbClr val="33393F"/>
                </a:solidFill>
                <a:latin typeface="맑은 고딕"/>
                <a:ea typeface="맑은 고딕"/>
              </a:rPr>
              <a:t>검증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이후의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지표로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등급·취약도·수요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중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무엇이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선정을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C1C1E"/>
                </a:solidFill>
                <a:latin typeface="맑은 고딕"/>
                <a:ea typeface="맑은 고딕"/>
              </a:rPr>
              <a:t>갈랐는가</a:t>
            </a:r>
            <a:r>
              <a:rPr sz="120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Q1·2는 지정을, 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이 프로젝트의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 프로젝트의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(Q1·Q2)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2645</Words>
  <Application>Microsoft Office PowerPoint</Application>
  <PresentationFormat>와이드스크린</PresentationFormat>
  <Paragraphs>275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10</cp:revision>
  <dcterms:created xsi:type="dcterms:W3CDTF">2013-01-27T09:14:16Z</dcterms:created>
  <dcterms:modified xsi:type="dcterms:W3CDTF">2026-08-12T13:23:08Z</dcterms:modified>
  <cp:category/>
</cp:coreProperties>
</file>