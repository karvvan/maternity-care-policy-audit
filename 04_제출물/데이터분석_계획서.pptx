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산출물과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일정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산출물과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활용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일정과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역할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분담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부족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(㉠)과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배분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(㉡)은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다른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문제이고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해법도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다르다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— 본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계획은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㉡을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맡는다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같다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옳다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사실이다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26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예산·인력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에 따라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영역이라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해답을 주기 힘들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다.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문제이므로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답할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제대로된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검증이 되지 않았다</a:t>
            </a:r>
            <a:r>
              <a:rPr lang="en-US" altLang="ko-KR"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984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정의된다 — 이 점이 이 프로젝트의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주어진 자원이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체계적으로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필요한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곳으로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배분되고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있는가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 —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이를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검증하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고</a:t>
            </a:r>
            <a:r>
              <a:rPr lang="en-US" altLang="ko-KR" sz="1500" b="1" dirty="0">
                <a:solidFill>
                  <a:srgbClr val="000000"/>
                </a:solidFill>
                <a:latin typeface="맑은 고딕"/>
                <a:ea typeface="맑은 고딕"/>
              </a:rPr>
              <a:t>,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 개선하는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것이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본 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프로젝트의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계획이다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92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지표뿐이다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"옆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도시로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갈 수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도 선별 기준은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예산 규모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 취약성 등 고려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가 전부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중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0점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누구를 먼저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지원할지의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 합리적 규칙이 있는가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진단한다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0099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언론·국회에서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지적되어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왔으나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취약지라는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자체다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프레임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맑은 고딕"/>
                <a:ea typeface="맑은 고딕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대조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만들면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어긋나는가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2658</Words>
  <Application>Microsoft Office PowerPoint</Application>
  <PresentationFormat>와이드스크린</PresentationFormat>
  <Paragraphs>275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13</cp:revision>
  <dcterms:created xsi:type="dcterms:W3CDTF">2013-01-27T09:14:16Z</dcterms:created>
  <dcterms:modified xsi:type="dcterms:W3CDTF">2026-08-12T13:28:55Z</dcterms:modified>
  <cp:category/>
</cp:coreProperties>
</file>