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48" y="3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25400" dist="25400" dir="2700000" algn="tl" rotWithShape="0">
              <a:prstClr val="black">
                <a:alpha val="68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399564"/>
            <a:ext cx="92354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문제이며 해법도 다름 — 본 계획은 ㉡을 맡음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399564"/>
            <a:ext cx="92354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Ⅰ-3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사실은 모두 공개 문서(고시·공고·지침)에서 확인했으며, 분석의 판단 기준으로만 사용함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사용하지 않음 — 누구나 같은 결과를 재현할 수 있어야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절을 계획에 포함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않음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않음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 과정이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 유지 여부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그 기각 사유)도 은폐하지 않고 보고서에 기록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274320"/>
            <a:ext cx="9235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"/>
            <a:ext cx="914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8A8F95"/>
                </a:solidFill>
                <a:latin typeface="맑은 고딕"/>
                <a:ea typeface="맑은 고딕"/>
              </a:rPr>
              <a:t>Ⅴ-2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2648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20</cp:revision>
  <dcterms:created xsi:type="dcterms:W3CDTF">2013-01-27T09:14:16Z</dcterms:created>
  <dcterms:modified xsi:type="dcterms:W3CDTF">2026-08-12T14:21:03Z</dcterms:modified>
  <cp:category/>
</cp:coreProperties>
</file>