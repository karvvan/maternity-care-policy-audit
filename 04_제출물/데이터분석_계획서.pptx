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, Q3·4는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본다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앞의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둘로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규칙이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보는가"를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확정해야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뒤의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둘에서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규칙대로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나눠지고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물을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재현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성공"으로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사각지대"로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볼지는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시작하기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전에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정해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둔다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결과를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맞추지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않기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위해서다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2664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14</cp:revision>
  <dcterms:created xsi:type="dcterms:W3CDTF">2013-01-27T09:14:16Z</dcterms:created>
  <dcterms:modified xsi:type="dcterms:W3CDTF">2026-08-12T13:45:35Z</dcterms:modified>
  <cp:category/>
</cp:coreProperties>
</file>