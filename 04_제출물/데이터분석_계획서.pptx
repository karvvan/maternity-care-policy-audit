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7315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측정과 배분 사이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— 분만취약지 제도의 전 과정 데이터 감사와 우선순위 모형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정부는 취약지를 정밀하게 측정한다. 지정 규칙과 배분 규칙은 그 측정을 따르는가 —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 자신의 공개 데이터와 기준만으로 제도의 전 과정을 감사한다.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출발점 — 의료 공백은 정말 "자원이 모자라서" 생기는가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주제를 고른 이유, 그리고 왜 "취약지"가 아니라 "제도"를 분석 대상으로 삼는가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익숙한 진단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따라붙는 처방도 늘 같다: 의사를 늘리고 병원을 지어라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 처방이 선 전제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공백의 원인이 자원의 절대량 부족이라는 것. 사실이라면 답은 예산뿐이고, 데이터가 할 말은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우리의 의심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없는 것과, 있는 자원이 필요한 곳에 닿지 않는 것은 다른 문제다. 뒤쪽이라면 예산 없이도 줄일 수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본 연구의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통로가 이미 깔려 있다면, 물어야 할 것은 "얼마나 부족한가"가 아니다.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필요한 곳으로 제대로 가고 있는가" — 이 물음을 데이터로 검증하는 것이 본 계획이다.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질문 (RQ)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RQ1·2는 "지정 감사", RQ3·4는 "배분 감사·처방"으로 묶여 제도 파이프라인 전체를 관통한다.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각 질문은 판단 기준을 분석 전에 명시해(사전 등록 성격) 사후 해석 시비를 차단한다.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연구의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(RQ1·RQ2)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(RQ3)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(RQ4)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RQ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