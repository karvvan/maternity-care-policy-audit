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어긋나는가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54736" y="527304"/>
            <a:ext cx="207264" cy="2072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2658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13</cp:revision>
  <dcterms:created xsi:type="dcterms:W3CDTF">2013-01-27T09:14:16Z</dcterms:created>
  <dcterms:modified xsi:type="dcterms:W3CDTF">2026-08-12T13:33:21Z</dcterms:modified>
  <cp:category/>
</cp:coreProperties>
</file>