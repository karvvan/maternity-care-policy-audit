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(㉠)과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배분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(㉡)은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다른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문제이고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해법도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다르다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— 본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계획은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㉡을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맡는다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옳다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예산·인력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에 따라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영역이라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해답을 주기 힘들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다.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문제이므로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제대로된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검증이 되지 않았다</a:t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주어진 자원이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체계적으로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배분되고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이를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검증하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고</a:t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>,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 개선하는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계획이다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지표뿐이다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"옆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도시로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갈 수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도 선별 기준은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예산 규모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 취약성 등 고려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가 전부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중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0점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누구를 먼저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지원할지의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 합리적 규칙이 있는가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언론·국회에서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지적되어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왔으나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취약지라는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자체다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프레임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어긋나는가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2658</Words>
  <Application>Microsoft Office PowerPoint</Application>
  <PresentationFormat>와이드스크린</PresentationFormat>
  <Paragraphs>275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13</cp:revision>
  <dcterms:created xsi:type="dcterms:W3CDTF">2013-01-27T09:14:16Z</dcterms:created>
  <dcterms:modified xsi:type="dcterms:W3CDTF">2026-08-12T13:33:21Z</dcterms:modified>
  <cp:category/>
</cp:coreProperties>
</file>