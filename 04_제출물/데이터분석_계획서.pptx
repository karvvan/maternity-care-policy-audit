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취약지 정책은 세 단계 파이프라인이다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291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46304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접근성·의료이용률 산출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048" y="169164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371600"/>
            <a:ext cx="3291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1" y="146304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측정값으로 취약지 판정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(등급 부여)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169164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371600"/>
            <a:ext cx="3291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146304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시설·운영비 지원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8892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1693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8892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1693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00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"지정 감사", RQ3·4는 "배분 감사·처방"으로 묶여 제도 파이프라인 전체를 관통한다.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각 질문은 판단 기준을 분석 전에 명시해(사전 등록 성격) 사후 해석 시비를 차단한다.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