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0F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4224528"/>
            <a:ext cx="12191695" cy="54864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0">
                <a:solidFill>
                  <a:srgbClr val="9FB8CC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b="0">
                <a:solidFill>
                  <a:srgbClr val="D8E2EC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>
                <a:solidFill>
                  <a:srgbClr val="B9C8D6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B9C8D6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문제 인식 — 취약지 정책은 세 단계 파이프라인이다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291840" cy="1143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2년마다 전국 시·군의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접근성·의료이용률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3048" y="15544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555F6B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234440"/>
            <a:ext cx="3291840" cy="1143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32588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측정값으로 취약지 판정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(등급 부여)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15544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555F6B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234440"/>
            <a:ext cx="3291840" cy="1143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32588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지정 지역 병원에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시설·운영비 지원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97480"/>
            <a:ext cx="5532120" cy="178308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88920"/>
            <a:ext cx="5257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697480"/>
            <a:ext cx="5532120" cy="178308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788920"/>
            <a:ext cx="5257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09160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11018519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532120" cy="1737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28016" cy="173736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44751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532120" cy="1737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128016" cy="173736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444751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5532120" cy="1737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3246120"/>
            <a:ext cx="128016" cy="173736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1071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46120"/>
            <a:ext cx="5532120" cy="1737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3246120"/>
            <a:ext cx="128016" cy="173736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41071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0F2B44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49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0F2B44"/>
                </a:solidFill>
                <a:latin typeface="맑은 고딕"/>
                <a:ea typeface="맑은 고딕"/>
              </a:rPr>
              <a:t>RQ1·2는 "지정 감사", RQ3·4는 "배분 감사·처방"으로 묶여 제도 파이프라인 전체를 관통한다.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55F6B"/>
                </a:solidFill>
                <a:latin typeface="맑은 고딕"/>
                <a:ea typeface="맑은 고딕"/>
              </a:rPr>
              <a:t>각 질문은 판단 기준을 분석 전에 명시해(사전 등록 성격) 사후 해석 시비를 차단한다.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578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2578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49039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60520"/>
          <a:ext cx="1129284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1546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6616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56616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715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유출입(거주지→진료지) 약 226만 행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불요, 공공누리)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749039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51959"/>
            <a:ext cx="33375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4251959"/>
            <a:ext cx="33375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59"/>
            <a:ext cx="33375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F2B44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928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343400"/>
            <a:ext cx="11292840" cy="1600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1018519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555F6B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0020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0020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69164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26280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11018519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555F6B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292840" cy="11887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101851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17520"/>
            <a:ext cx="2286000" cy="68580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9067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3017520"/>
            <a:ext cx="8869680" cy="685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09067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2286000" cy="68580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935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886200"/>
            <a:ext cx="8869680" cy="685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395935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54879"/>
            <a:ext cx="2286000" cy="68580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1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4754879"/>
            <a:ext cx="8869680" cy="685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4828031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7607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555F6B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532120" cy="2057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5780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532120" cy="2057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525780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86200"/>
            <a:ext cx="11292840" cy="19659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39"/>
            <a:ext cx="11018519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8016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80160"/>
            <a:ext cx="3611880" cy="19659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71600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20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3931920"/>
          <a:ext cx="11292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계획서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928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32120" cy="14630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257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754880"/>
            <a:ext cx="5532120" cy="14630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257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