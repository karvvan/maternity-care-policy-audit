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문제 정의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왜 이 주제이고, 무엇을 물을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아이디어의 발단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문제 인식 — 세 단계 파이프라인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연구 질문 (RQ 4개)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배경 이해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분석 전에 확정해야 할 이론과 제도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이론적 고찰 —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분석 대상 제도 — 지표·등급·배분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데이터 계획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어떻게 모으고 검증할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 수집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전처리·품질 관리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분석 설계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RQ별로 어떤 방법을 쓸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① 지정 감사 (RQ1·RQ2)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② 배분 진단 (RQ3)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③ 처방 모형 (RQ4)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산출물과 일정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050" b="0">
                <a:solidFill>
                  <a:srgbClr val="767A7F"/>
                </a:solidFill>
                <a:latin typeface="맑은 고딕"/>
                <a:ea typeface="맑은 고딕"/>
              </a:rPr>
              <a:t>무엇을 내놓고, 언제 할 것인가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기대 산출물과 활용 계획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추진 일정과 역할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아이디어의 발단 — 자원 부족은 실재한다. 그런데 원인이 그것뿐인가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문제이고 해법도 다르다 — 본 계획은 ㉡을 맡는다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여전히 존재하는 분만취약지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처방도 늘 같다: 의사를 늘리고 병원을 지어라. 그리고 이 처방은 옳다 — 절대량이 모자란 것은 사실이다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그런데 원인이 그것뿐인가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것(㉠)과, 있는 자원이 체계적으로 배분되지 않는 것(㉡)은 다른 문제다. 그리고 둘은 동시에 성립할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해결할 수 있는 문제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예산·인력의 영역이라 데이터가 답할 수 없다. ㉡은 배분 규칙의 문제이므로 데이터로 답할 수 있다 — 그리고 ㉡은 아직 검증된 적이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그것과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체계적으로, 필요한 곳으로 배분되고 있는가" — 이를 데이터로 검증하는 것이 본 계획이다.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지정을, RQ3·4는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