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다룸. 실제 발견과 결과는 결과보고서에서 보고함.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문제이며 해법도 다름 — 본 계획은 ㉡을 맡음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음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"주어진 자원이 체계적으로, 필요한 곳으로 배분되고 있는가" — 이를 데이터로 검증하고 개선하는 것이 본 계획의 목표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판정 기준이 이동시간 파생 지표뿐임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내 이동 가능"이면 취약지가 아니게 되는 구조 아닌가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전부임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 0점 — 누구를 먼저 지원할지의 합리적 규칙이 있는가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바 없음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 취약지를 판정하고 지원하는 제도 그 자체 (제도 감사 프레임)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기준·임계값은 정부 문서·데이터에서 차용해 실현 가능성을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봄. 앞에서 "규칙이 무엇을 보는가"를 확정해야 뒤에서 "그 규칙대로 나눠지는가"를 물을 수 있음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 착수 전에 확정 — 결과를 보고 기준을 맞추지 않기 위함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원칙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사실은 모두 공개 문서(고시·공고·지침)에서 확인했으며, 분석의 판단 기준으로만 사용함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사용하지 않음 — 누구나 같은 결과를 재현할 수 있어야 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함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절을 계획에 포함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않음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않음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 과정이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 유지 여부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그 기각 사유)도 은폐하지 않고 보고서에 기록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2662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18</cp:revision>
  <dcterms:created xsi:type="dcterms:W3CDTF">2013-01-27T09:14:16Z</dcterms:created>
  <dcterms:modified xsi:type="dcterms:W3CDTF">2026-08-12T14:08:08Z</dcterms:modified>
  <cp:category/>
</cp:coreProperties>
</file>