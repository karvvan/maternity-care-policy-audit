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45" y="38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99" y="1481328"/>
            <a:ext cx="8464063" cy="17692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데이터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결과보고서</a:t>
            </a:r>
            <a:endParaRPr sz="1450" b="0" dirty="0">
              <a:solidFill>
                <a:srgbClr val="767A7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lang="ko-KR" altLang="en-US" sz="4700" b="1" dirty="0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  <a:endParaRPr lang="en-US" altLang="ko-KR" sz="1900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지원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제도의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모든 절차 속 데이터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감사와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dirty="0">
                <a:solidFill>
                  <a:srgbClr val="33393F"/>
                </a:solidFill>
                <a:latin typeface="맑은 고딕"/>
                <a:ea typeface="맑은 고딕"/>
              </a:rPr>
              <a:t>개선된 분석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모형</a:t>
            </a:r>
            <a:r>
              <a:rPr 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제안</a:t>
            </a:r>
            <a:endParaRPr sz="1900" b="0" dirty="0">
              <a:solidFill>
                <a:srgbClr val="33393F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출발점 — 의료 공백은 정말 "자원이 모자라서" 생기는가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이 연구가 어디서 시작했는지, 그리고 왜 "제도"를 분석 대상으로 삼았는지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익숙한 진단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따라붙는 처방도 늘 같다: 의사를 늘리고 병원을 지어라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 처방이 선 전제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공백의 원인이 자원의 절대량 부족이라는 것. 사실이라면 답은 예산뿐이고, 데이터가 할 말은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우리의 의심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없는 것과, 있는 자원이 필요한 곳에 닿지 않는 것은 다른 문제다. 뒤쪽이라면 예산 없이도 줄일 수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본 연구의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통로가 이미 깔려 있다면, 물어야 할 것은 "얼마나 부족한가"가 아니다.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필요한 곳으로 제대로 가고 있는가" — 이것이 본 연구의 질문이다.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요약 — 네 가지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1 · 지정은 이동시간만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공표 판정식(접근성·TRI)이 실제 지정 159건 중 158건(99.4%)을 재현. 공급 변수를 추가해도 판별력(AUC)은 전혀 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2 · 공급 공백형 사각지대 실재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거리 기준은 통과하지만 관내 공급이 소멸한 지역 — 분만 완전 사각 5곳(등급 체계 밖), 소아과 5개 지역 입원 5,689건 전량(100%) 관외 유출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3 · 배분 규칙은 데이터 밖에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실질 취약지 A·B 53곳 중 21곳만 기지원. A등급 지원 오즈는 B의 4.82배(p=0.021)인데, 그 선정은 공개 지표로 16% 남짓만 설명된다(McFadden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4 · 깊이는 보지만 인원 수는 안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배분은 취약 심도와는 정렬(ρ=+0.381), 영향 인원 규모(부담)와는 무관(ρ=−0.131). 두 관점의 순위 상관은 −0.190 — 축의 선택이 결과를 바꾼다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3560</Words>
  <Application>Microsoft Office PowerPoint</Application>
  <PresentationFormat>와이드스크린</PresentationFormat>
  <Paragraphs>348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4</cp:revision>
  <dcterms:created xsi:type="dcterms:W3CDTF">2013-01-27T09:14:16Z</dcterms:created>
  <dcterms:modified xsi:type="dcterms:W3CDTF">2026-08-12T11:10:10Z</dcterms:modified>
  <cp:category/>
</cp:coreProperties>
</file>