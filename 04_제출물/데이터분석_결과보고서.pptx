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분만취약지를 정밀하게 측정한다. 그러나 지정 규칙은 이동시간만 보고,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배분은 그 측정값조차 따르지 않는다 — 두 개의 공백을 정부 자신의 데이터로 메운다.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측정·지정·배분 파이프라인의 두 공백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2년마다 접근성·이용률 산출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304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이동시간 지표만으로 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1234440"/>
            <a:ext cx="3291840" cy="1005840"/>
          </a:xfrm>
          <a:prstGeom prst="roundRect">
            <a:avLst>
              <a:gd name="adj" fmla="val 818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줄 세우는 규칙이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60604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7919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260604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267919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606040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267919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33393F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44728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2044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344728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352044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447288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352044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33393F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28853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36168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428853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11680" y="436168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288536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36168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33393F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12978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20293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800" y="512978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520293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5129784"/>
            <a:ext cx="224028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520293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33393F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