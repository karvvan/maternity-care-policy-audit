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아이디어의 발단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정말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모자라서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생기는가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본 연구의 시작점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>: 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왜 "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제도"를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대상으로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삼았는</a:t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가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여전히 존재하는 분만취약지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따라붙는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그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전제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원인이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부족이라는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사실이라면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예산뿐이고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말은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해결할 수 있는 문제</a:t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필요한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곳에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뒤쪽이라면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없이도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줄일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그리고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소득·인구가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취약"은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처음부터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끝까지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시간으로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연구의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첫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번째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표적이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된다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 조사를 통해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취약지를 선정하여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해당 지역 내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일부 병원을 선발하여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>의료자원이 </a:t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>부족한가"가</a:t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현재 주어진 자원이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제대로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가고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연구의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질문이다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데이터 분석을 통한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네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발견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이동시간만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접근성과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TRI(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기준시간내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의료이용률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만 반영하는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159건 중 158건(99.4%)을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추가해도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판별력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(AUC)은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공급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공백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이 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사각지대</a:t>
            </a:r>
            <a:r>
              <a:rPr 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실재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가까운 의료시설은 존재하나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정작 해당 지역 사람들은 </a:t>
            </a:r>
            <a:r>
              <a:rPr lang="ko-KR" altLang="en-US"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타지역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의료시설을 이용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완전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5곳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소아과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5개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입원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5,689건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(100%)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3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규칙은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밖에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A·B 53곳 중 21곳만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A등급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오즈는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B의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4.82배(p=0.021)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16%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남짓만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설명된다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깊이는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보지만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인원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안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(ρ=+0.381),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(ρ=−0.131).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관점의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상관은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−0.190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바꾼다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3577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2026-08-12T11:38:43Z</dcterms:modified>
  <cp:category/>
</cp:coreProperties>
</file>