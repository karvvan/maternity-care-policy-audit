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아이디어의 발단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정말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모자라서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생기는가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본 연구의 시작점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>: 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왜 "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제도"를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대상으로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삼았는</a:t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가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여전히 존재하는 분만취약지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따라붙는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그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전제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원인이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부족이라는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예산뿐이고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말은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해결할 수 있는 문제</a:t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필요한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곳에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뒤쪽이라면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없이도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줄일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그리고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소득·인구가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취약"은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처음부터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끝까지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시간으로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연구의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첫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번째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표적이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된다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 조사를 통해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취약지를 선정하여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중 일부 병원을 선발하여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의료자원이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>부족한가"가</a:t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현재 주어진 자원이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제대로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연구의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질문이다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3563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6</cp:revision>
  <dcterms:created xsi:type="dcterms:W3CDTF">2013-01-27T09:14:16Z</dcterms:created>
  <dcterms:modified xsi:type="dcterms:W3CDTF">2026-08-12T11:23:31Z</dcterms:modified>
  <cp:category/>
</cp:coreProperties>
</file>