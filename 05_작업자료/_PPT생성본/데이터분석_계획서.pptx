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핵심 질문 (Q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이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이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핵심 질문 (Q)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