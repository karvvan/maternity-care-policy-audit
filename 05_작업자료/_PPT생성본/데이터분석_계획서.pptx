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1C1E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정부는 취약지를 정밀하게 측정한다. 지정 규칙과 배분 규칙은 그 측정을 따르는가 —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정부 자신의 공개 데이터와 기준만으로 제도의 전 과정을 감사한다.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아이디어의 발단 — 자원 부족은 실재한다. 그런데 원인이 그것뿐인가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부족(㉠)과 배분(㉡)은 다른 문제이고 해법도 다르다 — 본 계획은 ㉡을 맡는다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여전히 존재하는 분만취약지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"지방에 분만실이 없다" — 해마다 반복되는 기사. 처방도 늘 같다: 의사를 늘리고 병원을 지어라. 그리고 이 처방은 옳다 — 절대량이 모자란 것은 사실이다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그런데 원인이 그것뿐인가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자원이 모자란 것(㉠)과, 있는 자원이 체계적으로 배분되지 않는 것(㉡)은 다른 문제다. 그리고 둘은 동시에 성립할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해결할 수 있는 문제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㉠은 예산·인력의 영역이라 데이터가 답할 수 없다. ㉡은 배분 규칙의 문제이므로 데이터로 답할 수 있다 — 그리고 ㉡은 아직 검증된 적이 없다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그리고 자원을 공백 지역으로 보내는 제도는 이미 있다 — 「분만취약지 지원사업」(15년째)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분만취약지 = 소득·인구가 적은 지역이 아니라, 그 지역 가임기 여성이 ① 분만 가능 기관까지 60분 안에 닿기 어렵고(접근성) ② 실제 출산도 60분 안에 하지 못하는(이용률) 시·군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거리와 시간으로 정의된다 — 이 점이 본 연구의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정부는 2년마다 전국을 재어 A·B·C 등급을 매기고, 지정 지역 병원에 분만실 설치비 약 10억 원 + 연 운영비 약 5억 원을 지원 (15년 누적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>
                <a:solidFill>
                  <a:srgbClr val="1C1C1E"/>
                </a:solidFill>
                <a:latin typeface="맑은 고딕"/>
                <a:ea typeface="맑은 고딕"/>
              </a:rPr>
              <a:t>자원 부족은 여전히 문제다. 다만 그것과 별개로, 있는 자원이 체계적으로 배분되지 않는 문제가 함께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맑은 고딕"/>
                <a:ea typeface="맑은 고딕"/>
              </a:rPr>
              <a:t>"지금 있는 것은 체계적으로, 필요한 곳으로 배분되고 있는가" — 이를 데이터로 검증하는 것이 본 계획이다.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실제 분만 이동시간을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분만취약지를 판정하고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A·B·C 등급 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1 — 지정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판정 기준은 이동시간 파생 지표뿐이다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분만 인프라가 소멸해도 "옆 도시로 60분 안에 갈 수 있으면" 취약지가 아니게 되는 구조 아닌가?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기준이 구조적으로 놓치는 지역이 있는지 검증한다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2 — 배분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지원 심사 배점 100점 중 취약도 항목은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시·도 선별 기준은 "예산 규모, 의료 취약성 등 고려"가 전부 — 누구를 먼저 지원할지의 규칙이 있는가?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현행 배분이 무엇으로 설명되는지 진단한다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왜 지금, 왜 데이터인가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적이 없다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대상은 취약지라는 현상이 아니라, 취약지를 판정하고 지원하는 제도 그 자체다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연구 질문 (RQ) — 감사의 네 가지 물음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RQ1 · 지정의 검증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지정은 공표된 판정식대로 실제 작동하는가?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공급(관내 인프라) 변수는 판정에 반영되는가?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RQ2 · 사각지대 탐지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(거리 기준은 통과하지만 관내 공급이 소멸한 지역)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RQ3 · 배분의 진단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지정 이후의 지원 배분은 공개 지표로 설명되는가?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등급·취약도·수요 중 무엇이 선정을 갈랐는가?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RQ4 · 처방과 대조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정부가 이미 정한 기준만 조합해 배분 규칙을 만들면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배분과 어디가 어긋나는가?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RQ1·2는 지정을, RQ3·4는 배분을 본다. 앞의 둘로 "규칙이 무엇을 보는가"를 확정해야 뒤의 둘에서 "그 규칙대로 나눠지고 있는가"를 물을 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분석을 시작하기 전에 정해 둔다 — 결과를 보고 기준을 맞추지 않기 위해서다.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연구의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53796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연구의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4709160"/>
                <a:gridCol w="3017520"/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626364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(RQ1·RQ2)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(RQ3)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(RQ4)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800100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RQ 4개, 접근성 2축 이론, 사전 명시된 판단 기준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6812280"/>
                <a:gridCol w="25603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