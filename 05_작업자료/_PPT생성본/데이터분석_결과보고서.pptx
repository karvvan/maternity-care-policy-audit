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6" r:id="rId26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45" y="38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99" y="1481328"/>
            <a:ext cx="8464063" cy="17692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데이터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결과보고서</a:t>
            </a:r>
            <a:endParaRPr sz="1450" b="0" dirty="0">
              <a:solidFill>
                <a:srgbClr val="767A7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lang="ko-KR" altLang="en-US" sz="4700" b="1" dirty="0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  <a:endParaRPr lang="en-US" altLang="ko-KR" sz="1900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지원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제도의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모든 절차 속 데이터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감사와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dirty="0">
                <a:solidFill>
                  <a:srgbClr val="33393F"/>
                </a:solidFill>
                <a:latin typeface="맑은 고딕"/>
                <a:ea typeface="맑은 고딕"/>
              </a:rPr>
              <a:t>개선된 분석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모형</a:t>
            </a:r>
            <a:r>
              <a:rPr 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제안</a:t>
            </a:r>
            <a:endParaRPr sz="1900" b="0" dirty="0">
              <a:solidFill>
                <a:srgbClr val="33393F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Ⅰ. 배경과 요약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03   프로젝트 배경 — 제도와 접근성의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04   데이터 분석을 통한 네 가지 발견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05   문제와 핵심 질문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25496"/>
            <a:ext cx="553212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944368"/>
            <a:ext cx="5166360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Ⅱ. 제도 · 데이터 · 탐색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06   제도 이해 ① 판정 지표와 TRI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07   제도 이해 ② 등급과 배분 관문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08   데이터와 전처리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09   EDA — 숨어 있던 92배 격차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99431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3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Ⅲ. 감사 I · 지정 단계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10   판정식 검증 — 99.4% 재현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11   공급 공백형 사각지대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12   "60분이면 되지 않나" 반론 대응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024128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Ⅳ. 감사 II · 배분 단계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13   등급이 지원을 가른다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14   배분은 대부분 설명되지 않는다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551176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670048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Ⅴ. 처방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15   ① 우선순위 — 심도와 부담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16   ② 유형 배정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17   ③ 불일치 지도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0791"/>
            <a:ext cx="553212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3"/>
            <a:ext cx="5166360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Ⅵ. 검증 · 제언 · 결론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18   모형을 스스로 공격했다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19   정책 제언 5건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20   한계와 재현성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21   결론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프로젝트의 발단·문제의식과 분석 설계의 상세는 「데이터 분석 계획서」에서 다룬다. 본 보고서는 그 결과를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 배경 — 분만취약지 제도와 접근성의 두 축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2917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767A7F"/>
                </a:solidFill>
                <a:latin typeface="맑은 고딕"/>
                <a:ea typeface="맑은 고딕"/>
              </a:rPr>
              <a:t>무엇을 다루는 제도이고, 이 프로젝트는 그중 무엇을 감사했는가</a:t>
            </a:r>
            <a:r>
              <a:rPr lang="en-US" altLang="ko-KR"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lang="ko-KR" altLang="en-US"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분만취약지란 무엇인가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endParaRPr lang="en-US" altLang="ko-KR"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소득·인구가 적은 지역이 아니라, 그 지역 가임기 여성이 ① 분만 가능 기관까지 60분 안에 닿기 어렵고(접근성) ② 실제 출산도 60분 안에 하지 못하는(이용률) 시·군 — 즉 거리와 시간으로 정의된다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접근성은 원래 두 축이다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보건지리학 표준(2SFCA)은 접근성을 공간 축(얼마나 멀리 있는가) × 비공간 축(그곳에 의사가 있는가)의 결합으로 본다. 현행 판정식이 어느 축을 보는지가 감사의 출발점이다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이 프로젝트가 감사한 것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endParaRPr lang="en-US" altLang="ko-KR"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자원이 모자란 것(㉠)은 예산·인력의 영역이라 데이터가 답할 수 없다. 있는 자원이 체계적으로 배분되지 않는 것(㉡)은 규칙의 문제이므로 데이터로 답할 수 있다 — 이 프로젝트는 ㉡을 감사했다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70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 15년째 운영 중이다 — 그런데 결과는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전국 108곳이 분만취약지로 지정되어 있다 (A 32곳 · B 21곳 · C 55곳)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지원은 57개소 (분만 36 · 외래 15 · 순회 6). 2025년 신규는 전국 1개소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통로도 있고 자격을 갖춘 지역도 있는데 한 해에 열리는 문은 하나다 — 그렇다면 순서를 정하는 규칙이 있어야 한다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>자원 부족은 여전히 문제다. 다만 그와 별개로, 있는 자원이 체계적으로 배분되지 않는 문제가 함께 있다.</a:t>
            </a:r>
            <a:r>
              <a:rPr lang="ko-KR" altLang="en-US"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altLang="ko-KR"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endParaRPr lang="en-US" sz="15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데이터 분석을 통한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네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발견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958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1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이동시간만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본다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접근성과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TRI(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기준시간내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의료이용률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만 반영하는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159건 중 158건(99.4%)을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추가해도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판별력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(AUC)은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362456"/>
            <a:ext cx="5166359" cy="958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·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공급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공백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이 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사각지대</a:t>
            </a:r>
            <a:r>
              <a:rPr 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실재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통과하지만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가까운 의료시설은 존재하나</a:t>
            </a:r>
            <a:r>
              <a:rPr lang="en-US" altLang="ko-KR"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정작 해당 지역 사람들은 </a:t>
            </a:r>
            <a:r>
              <a:rPr lang="ko-KR" altLang="en-US"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타지역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의료시설을 이용</a:t>
            </a:r>
            <a:r>
              <a:rPr lang="en-US" altLang="ko-KR"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완전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사각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5곳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소아과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5개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입원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5,689건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(100%)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3 ·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규칙은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밖에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A·B 53곳 중 21곳만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A등급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오즈는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B의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4.82배(p=0.021)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16%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남짓만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설명된다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(McFadden R² 0.163)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4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깊이는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보지만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인원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안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본다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심도와는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(ρ=+0.381),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영향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와는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(ρ=−0.131). 두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관점의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상관은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−0.190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축의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결과를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바꾼다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— 제도는 세 단계로 자원을 흘려보낸다, 그 중 두 곳이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접근성·이용률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 판정 — 이동시간만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 병원에 설치·운영비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— 누가 먼저인지의 규칙이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9748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69748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011680" y="27706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697480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55480" y="277063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3872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61188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53872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11680" y="361188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538728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55480" y="361188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7997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45312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37997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011680" y="445312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4379976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555480" y="445312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2122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529437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522122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011680" y="529437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5221224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555480" y="529437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옆 도시 병원이라도 60분 안이면 "이용됨" — 이 프로젝트 지정 감사의 핵심 열쇠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제약은 "한 지역에 몇 개"가 아니라 "한 해에 전국 몇 곳"이다 — 관건은 "올해 누구 차례인가"인데, 그 순서 규칙이 없다.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판정식은 우리가 캐낸 가설이 아니라 고시에 공표된 기준 — 이 프로젝트는 그것을 검산했다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5D7DA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정의(도달 가능성) 안에서 이 반론은 옳다 — 이 프로젝트는 정의를 부정하지 않고, 정의가 한 축만 잰다고 주장한다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문제라고 쓰고 판정식으로는 못 잡는 틈 — 이 프로젝트가 겨누는 지점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2_등급별_지원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1_심도부담_산점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3_배정_교차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그림4_지도_우선순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임계값 차용 공개 2건 — 지침에 없는 이 프로젝트의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1C1C1E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1920240"/>
            <a:ext cx="475488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심도와 부담 중 무엇을 우선할지는 사회의 선택이다 — 이 프로젝트의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3577</Words>
  <Application>Microsoft Office PowerPoint</Application>
  <PresentationFormat>와이드스크린</PresentationFormat>
  <Paragraphs>347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10</cp:revision>
  <dcterms:created xsi:type="dcterms:W3CDTF">2013-01-27T09:14:16Z</dcterms:created>
  <dcterms:modified xsi:type="dcterms:W3CDTF">2026-08-12T11:45:29Z</dcterms:modified>
  <cp:category/>
</cp:coreProperties>
</file>