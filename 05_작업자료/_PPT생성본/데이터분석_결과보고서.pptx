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배경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프로젝트 배경 — 제도와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데이터 분석을 통한 네 가지 발견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문제와 핵심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25496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제도 · 데이터 · 탐색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제도 이해 ① 판정 지표와 TRI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제도 이해 ② 등급과 배분 관문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데이터와 전처리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EDA — 숨어 있던 92배 격차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9431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3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감사 I · 지정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판정식 검증 — 99.4% 재현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공급 공백형 사각지대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"60분이면 되지 않나" 반론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24128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감사 II · 배분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등급이 지원을 가른다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배분은 대부분 설명되지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55117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0048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처방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15   ① 우선순위 — 심도와 부담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16   ② 유형 배정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17   ③ 불일치 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0791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3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Ⅵ. 검증 · 제언 · 결론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18   모형을 스스로 공격했다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19   정책 제언 5건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20   한계와 재현성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21  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프로젝트의 발단·문제의식과 분석 설계의 상세는 「데이터 분석 계획서」에서 다룬다. 본 보고서는 그 결과를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프로젝트 배경 — 분만취약지 제도와 접근성의 두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무엇을 다루는 제도이고, 이 프로젝트는 그중 무엇을 감사했는가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분만취약지란 무엇인가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소득·인구가 적은 지역이 아니라, 그 지역 가임기 여성이 ① 분만 가능 기관까지 60분 안에 닿기 어렵고(접근성) ② 실제 출산도 60분 안에 하지 못하는(이용률) 시·군 — 즉 거리와 시간으로 정의된다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접근성은 원래 두 축이다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보건지리학 표준(2SFCA)은 접근성을 공간 축(얼마나 멀리 있는가) × 비공간 축(그곳에 의사가 있는가)의 결합으로 본다. 현행 판정식이 어느 축을 보는지가 감사의 출발점이다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이 프로젝트가 감사한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것(㉠)은 예산·인력의 영역이라 데이터가 답할 수 없다. 있는 자원이 체계적으로 배분되지 않는 것(㉡)은 규칙의 문제이므로 데이터로 답할 수 있다 — 이 프로젝트는 ㉡을 감사했다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제도는 15년째 운영 중이다 — 그런데 결과는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108곳이 분만취약지로 지정되어 있다 (A 32곳 · B 21곳 · C 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15년 누적 지원은 57개소 (분만 36 · 외래 15 · 순회 6). 2025년 신규는 전국 1개소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나눠 줄 것이 적을수록 순서는 오히려 더 중요해진다 — 한 해에 한 곳뿐이면 순서가 곧 결과다. 그런데 그 순서를 정하는 규칙이 제도에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그와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"현재 주어진 자원이 체계적으로, 필요한 곳으로 배분되고 있는가" — 이것이 이 프로젝트의 질문이다.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프로젝트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이 프로젝트는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이 프로젝트는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이 프로젝트가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이 프로젝트의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이 프로젝트의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