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결과보고서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출발점 — 의료 공백은 정말 "자원이 모자라서" 생기는가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이 연구가 어디서 시작했는지, 그리고 왜 "제도"를 분석 대상으로 삼았는지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익숙한 진단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따라붙는 처방도 늘 같다: 의사를 늘리고 병원을 지어라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 처방이 선 전제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공백의 원인이 자원의 절대량 부족이라는 것. 사실이라면 답은 예산뿐이고, 데이터가 할 말은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우리의 의심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없는 것과, 있는 자원이 필요한 곳에 닿지 않는 것은 다른 문제다. 뒤쪽이라면 예산 없이도 줄일 수 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본 연구의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통로가 이미 깔려 있다면, 물어야 할 것은 "얼마나 부족한가"가 아니다.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필요한 곳으로 제대로 가고 있는가" — 이것이 본 연구의 질문이다.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연구 요약 — 네 가지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1 · 지정은 이동시간만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공표 판정식(접근성·TRI)이 실제 지정 159건 중 158건(99.4%)을 재현. 공급 변수를 추가해도 판별력(AUC)은 전혀 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2 · 공급 공백형 사각지대 실재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거리 기준은 통과하지만 관내 공급이 소멸한 지역 — 분만 완전 사각 5곳(등급 체계 밖), 소아과 5개 지역 입원 5,689건 전량(100%) 관외 유출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3 · 배분 규칙은 데이터 밖에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실질 취약지 A·B 53곳 중 21곳만 기지원. A등급 지원 오즈는 B의 4.82배(p=0.021)인데, 그 선정은 공개 지표로 16% 남짓만 설명된다(McFadden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4 · 깊이는 보지만 인원 수는 안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배분은 취약 심도와는 정렬(ρ=+0.381), 영향 인원 규모(부담)와는 무관(ρ=−0.131). 두 관점의 순위 상관은 −0.190 — 축의 선택이 결과를 바꾼다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제도는 세 단계로 자원을 흘려보낸다, 그 중 두 곳이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접근성·이용률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 판정 — 이동시간만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 설치·운영비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— 누가 먼저인지의 규칙이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9748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9748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27706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697480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277063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3872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6118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53872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361188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538728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55480" y="361188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7997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45312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7997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445312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379976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5480" y="445312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29437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22122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11680" y="529437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5221224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55480" y="529437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본 연구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3931920"/>
                <a:gridCol w="118872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/>
                <a:gridCol w="55321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822960"/>
                <a:gridCol w="914400"/>
                <a:gridCol w="2971800"/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본 연구는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4846320"/>
                <a:gridCol w="3154680"/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본 연구는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본 연구가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4206240"/>
                <a:gridCol w="31546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본 연구의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/>
                <a:gridCol w="5577840"/>
                <a:gridCol w="3840480"/>
                <a:gridCol w="137160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연구의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본 연구의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